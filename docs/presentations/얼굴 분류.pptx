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294C8-AF61-4F2D-9B6C-0D8EA2907AAE}" v="15" dt="2022-06-11T06:03:42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881A8FB-F4F6-AA60-7C70-78DDD1F7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36" y="366580"/>
            <a:ext cx="1687794" cy="1506609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B39CC4E-AA66-49CF-7F68-F80435108D1E}"/>
              </a:ext>
            </a:extLst>
          </p:cNvPr>
          <p:cNvSpPr/>
          <p:nvPr/>
        </p:nvSpPr>
        <p:spPr>
          <a:xfrm>
            <a:off x="2441397" y="599674"/>
            <a:ext cx="342770" cy="91091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7F23933-F0FE-BE66-3CBD-4CBB0BBDFCB6}"/>
              </a:ext>
            </a:extLst>
          </p:cNvPr>
          <p:cNvGrpSpPr/>
          <p:nvPr/>
        </p:nvGrpSpPr>
        <p:grpSpPr>
          <a:xfrm>
            <a:off x="422775" y="254202"/>
            <a:ext cx="1558426" cy="1506610"/>
            <a:chOff x="2708774" y="1807264"/>
            <a:chExt cx="2702769" cy="270276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239003-2912-B3CC-1E53-F471D785B989}"/>
                </a:ext>
              </a:extLst>
            </p:cNvPr>
            <p:cNvSpPr/>
            <p:nvPr/>
          </p:nvSpPr>
          <p:spPr>
            <a:xfrm>
              <a:off x="3414176" y="2055972"/>
              <a:ext cx="1138774" cy="1487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D0398FC-CFBC-6786-DFCE-ADAFC6964F2D}"/>
              </a:ext>
            </a:extLst>
          </p:cNvPr>
          <p:cNvSpPr txBox="1"/>
          <p:nvPr/>
        </p:nvSpPr>
        <p:spPr>
          <a:xfrm>
            <a:off x="562947" y="204787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얼굴 인식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37E23-8CA7-97CA-0A64-A8DD869EC57B}"/>
              </a:ext>
            </a:extLst>
          </p:cNvPr>
          <p:cNvSpPr txBox="1"/>
          <p:nvPr/>
        </p:nvSpPr>
        <p:spPr>
          <a:xfrm>
            <a:off x="2612782" y="2047875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face_encoding</a:t>
            </a:r>
            <a:r>
              <a:rPr lang="ko-KR" altLang="en-US" dirty="0"/>
              <a:t>을 계산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DD2795A1-0BA4-F26E-3FB7-FF97EA63ECAA}"/>
              </a:ext>
            </a:extLst>
          </p:cNvPr>
          <p:cNvSpPr/>
          <p:nvPr/>
        </p:nvSpPr>
        <p:spPr>
          <a:xfrm>
            <a:off x="5200650" y="664426"/>
            <a:ext cx="342770" cy="91091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237DB7-C1ED-84C1-4FBB-616F0AEFA79C}"/>
              </a:ext>
            </a:extLst>
          </p:cNvPr>
          <p:cNvSpPr txBox="1"/>
          <p:nvPr/>
        </p:nvSpPr>
        <p:spPr>
          <a:xfrm>
            <a:off x="6856779" y="2078726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저장된 사람들과 </a:t>
            </a:r>
            <a:r>
              <a:rPr lang="en-US" altLang="ko-KR" dirty="0" err="1"/>
              <a:t>face_encoding</a:t>
            </a:r>
            <a:r>
              <a:rPr lang="ko-KR" altLang="en-US" dirty="0"/>
              <a:t>을 계산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06F9B54-0D1A-5621-B082-22FD70E895DB}"/>
              </a:ext>
            </a:extLst>
          </p:cNvPr>
          <p:cNvGrpSpPr/>
          <p:nvPr/>
        </p:nvGrpSpPr>
        <p:grpSpPr>
          <a:xfrm>
            <a:off x="405283" y="3547680"/>
            <a:ext cx="1719602" cy="2003158"/>
            <a:chOff x="2708774" y="1807264"/>
            <a:chExt cx="2702769" cy="2702769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99FB24E-7DC3-D2EA-2CC6-9F32CCCB58C2}"/>
                </a:ext>
              </a:extLst>
            </p:cNvPr>
            <p:cNvSpPr/>
            <p:nvPr/>
          </p:nvSpPr>
          <p:spPr>
            <a:xfrm>
              <a:off x="3414176" y="2055972"/>
              <a:ext cx="1138774" cy="1487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175995D-A4F3-AD1F-FD90-B9F46AA5DE3F}"/>
              </a:ext>
            </a:extLst>
          </p:cNvPr>
          <p:cNvSpPr txBox="1"/>
          <p:nvPr/>
        </p:nvSpPr>
        <p:spPr>
          <a:xfrm>
            <a:off x="3308137" y="4063080"/>
            <a:ext cx="2737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similarity_threshold</a:t>
            </a:r>
            <a:r>
              <a:rPr lang="ko-KR" altLang="en-US" dirty="0"/>
              <a:t>보다 </a:t>
            </a:r>
            <a:endParaRPr lang="en-US" altLang="ko-KR" dirty="0"/>
          </a:p>
          <a:p>
            <a:r>
              <a:rPr lang="ko-KR" altLang="en-US" dirty="0"/>
              <a:t>작으면 그 사람의 얼굴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3B3F73-18F2-0EC8-B52A-C0665BFD9CFD}"/>
              </a:ext>
            </a:extLst>
          </p:cNvPr>
          <p:cNvSpPr txBox="1"/>
          <p:nvPr/>
        </p:nvSpPr>
        <p:spPr>
          <a:xfrm>
            <a:off x="3308136" y="6138362"/>
            <a:ext cx="2737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similarity_threshold</a:t>
            </a:r>
            <a:r>
              <a:rPr lang="ko-KR" altLang="en-US" dirty="0"/>
              <a:t>보다</a:t>
            </a:r>
            <a:endParaRPr lang="en-US" altLang="ko-KR" dirty="0"/>
          </a:p>
          <a:p>
            <a:r>
              <a:rPr lang="ko-KR" altLang="en-US" dirty="0"/>
              <a:t>크면 다른 사람 얼굴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CF28497-4136-8548-59E4-402B192CF287}"/>
              </a:ext>
            </a:extLst>
          </p:cNvPr>
          <p:cNvSpPr/>
          <p:nvPr/>
        </p:nvSpPr>
        <p:spPr>
          <a:xfrm>
            <a:off x="6302800" y="5134858"/>
            <a:ext cx="342770" cy="91091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A6A818-50C6-E13D-D021-8022F6D1B28D}"/>
              </a:ext>
            </a:extLst>
          </p:cNvPr>
          <p:cNvSpPr txBox="1"/>
          <p:nvPr/>
        </p:nvSpPr>
        <p:spPr>
          <a:xfrm>
            <a:off x="8041965" y="6306754"/>
            <a:ext cx="3440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모르는 얼굴들에 추가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A55369-25A3-1B20-5FDA-780637F5086F}"/>
              </a:ext>
            </a:extLst>
          </p:cNvPr>
          <p:cNvSpPr txBox="1"/>
          <p:nvPr/>
        </p:nvSpPr>
        <p:spPr>
          <a:xfrm>
            <a:off x="8154124" y="4179927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그 사람의 얼굴에 추가</a:t>
            </a:r>
            <a:endParaRPr lang="ko-KR" altLang="en-US" dirty="0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CED35E4-BCAE-2DB2-A575-E92565B10AB2}"/>
              </a:ext>
            </a:extLst>
          </p:cNvPr>
          <p:cNvSpPr/>
          <p:nvPr/>
        </p:nvSpPr>
        <p:spPr>
          <a:xfrm>
            <a:off x="6317572" y="2935442"/>
            <a:ext cx="342770" cy="91091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79185-998C-BB11-9050-4E18DFB2477A}"/>
              </a:ext>
            </a:extLst>
          </p:cNvPr>
          <p:cNvSpPr txBox="1"/>
          <p:nvPr/>
        </p:nvSpPr>
        <p:spPr>
          <a:xfrm>
            <a:off x="2188909" y="5561017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인식 </a:t>
            </a:r>
            <a:r>
              <a:rPr lang="en-US" altLang="ko-KR" dirty="0"/>
              <a:t>&gt; </a:t>
            </a:r>
            <a:r>
              <a:rPr lang="ko-KR" altLang="en-US" dirty="0"/>
              <a:t>비교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979B4E-65B3-14CF-F2C4-2240EB209B59}"/>
              </a:ext>
            </a:extLst>
          </p:cNvPr>
          <p:cNvSpPr txBox="1"/>
          <p:nvPr/>
        </p:nvSpPr>
        <p:spPr>
          <a:xfrm>
            <a:off x="2109130" y="3100461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인식 </a:t>
            </a:r>
            <a:r>
              <a:rPr lang="en-US" altLang="ko-KR" dirty="0"/>
              <a:t>&lt; </a:t>
            </a:r>
            <a:r>
              <a:rPr lang="ko-KR" altLang="en-US" dirty="0"/>
              <a:t>비교</a:t>
            </a: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03F5F2C-CCB6-A946-D919-AE5D0EE3F755}"/>
              </a:ext>
            </a:extLst>
          </p:cNvPr>
          <p:cNvCxnSpPr>
            <a:cxnSpLocks/>
          </p:cNvCxnSpPr>
          <p:nvPr/>
        </p:nvCxnSpPr>
        <p:spPr>
          <a:xfrm flipV="1">
            <a:off x="2333697" y="3512534"/>
            <a:ext cx="1275562" cy="10627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3C868A24-DE7F-CB3B-FAE4-4E07474479ED}"/>
              </a:ext>
            </a:extLst>
          </p:cNvPr>
          <p:cNvCxnSpPr>
            <a:cxnSpLocks/>
          </p:cNvCxnSpPr>
          <p:nvPr/>
        </p:nvCxnSpPr>
        <p:spPr>
          <a:xfrm>
            <a:off x="2328853" y="4565120"/>
            <a:ext cx="1280406" cy="8916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0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43</Words>
  <Application>Microsoft Office PowerPoint</Application>
  <PresentationFormat>와이드스크린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</cp:revision>
  <dcterms:created xsi:type="dcterms:W3CDTF">2022-06-06T16:22:23Z</dcterms:created>
  <dcterms:modified xsi:type="dcterms:W3CDTF">2022-06-11T06:34:16Z</dcterms:modified>
</cp:coreProperties>
</file>