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5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55186-3D2E-BED4-4067-FFCC0430F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582A89-5B3E-4419-E712-1E4779F3F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80AC9-4DAA-8A3C-3F78-FC38C5AA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3853B4-B0D3-B626-C451-EA47C956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4F38D7-A096-C3D3-F19F-86B671A3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0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E016C-E573-1709-7D42-5DE41A0E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BEE61-8472-8CDC-B2DA-437C6A01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E275C-E09C-73E0-5F2B-E2A2F74A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0D5208-6C23-66F7-6824-304A1D7A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C7C6CB-B502-838D-EE63-BDE09917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3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00144-63B5-552B-0D45-8A142101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4BA157-77EE-68DA-3905-7B6683309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92E90-17C0-C8B9-F381-C86B44D0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4C6B9-5F32-E4D0-AF7C-53B97FB3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A5B21-8790-C193-014F-5FAB301C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195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3E51A-F172-C298-2C18-DD22551F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255B8-1B04-80AB-34F5-C4B12C343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73FFBC-C4FE-96C4-0FBF-3A243473A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0EB32A-DF76-F54A-3049-AE185F21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83977-2AB7-9084-AF4F-11D4D135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8AFC76-5967-AC28-C2BD-40471566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24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E2B87-CB3B-31B8-7E39-2A973892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E33B9D-3925-099E-377B-F6368A53A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0B1E65-D283-C98B-378E-DA5294EB2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FA35D-E4BD-811E-B986-F694904C1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72D17F-ED1E-C815-244A-1AF13A1E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E02094-6F8A-6726-0E31-2B10D435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678A6E-9CFD-3C55-08D1-33C6E29A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5E2D99-EE8A-3C1A-9167-8171C4B4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00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2DDC8-4A85-70E8-A7EF-BBBC500E2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50925C-3D9C-14D9-3ACA-5A1B1F36D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820071-AB1A-5F73-F853-0F826356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BB676C-F620-246A-7B21-D5B89966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85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10C43E-A488-30E9-CB03-641A1C95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C907A3-99AD-ADE7-DB50-FC42C198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CBFFA-F0B9-60E9-33AA-5A8A5E2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7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4C19E-B28D-E829-73FC-82F57CF0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4ECFEF-C233-0BFF-D450-3948C6B2F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7CCF3C-2487-7F03-89EB-C670F1FE9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72D57D-498E-09A5-8328-188529B4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77D337-A07C-DAB6-7B30-67CA3D90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998403-CE5A-1F54-C2D9-965346AB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21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EFA8D-B12B-E92A-BE63-FE9899FA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600929-8B12-61D7-895A-FD22055F3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957F8A-FFCE-0D27-B382-6243B5444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A85956-845B-7877-E731-6E6B8EB9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F1E581-833E-652D-CFA0-EE529B54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6C1DA3-0162-6C6B-4403-DED38536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89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98CEB-5423-8825-6C90-67D57B6BC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6EF3C1-6EBA-0745-0519-D04343CB4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A8F4F-885A-B196-6A88-E37A94FE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AF8BD-07EE-2186-300B-E794D629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1DAF1-D113-AE8D-1123-73A2B30A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62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202E95B-3ED2-EA4A-8255-A175DD0BF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8A1C10-35BE-8C1B-E115-0DC4DF0D7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4D4A54-5DCC-5937-5506-5A2DF00A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14EB75-46E9-544B-B937-BE2C09278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ADD34-433A-5CBC-20DE-5A4E5B3B2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757273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3EBDE8-F245-A570-55A5-3021F5E06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830742-BD83-D6FF-CDB6-0D8922C27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A055D4-14A3-8B49-4833-A9905EAB0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764A9-CD52-4E47-A540-00DA0A5BA637}" type="datetimeFigureOut">
              <a:rPr lang="ko-KR" altLang="en-US" smtClean="0"/>
              <a:t>2022-06-04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2F598-2686-84B9-A2D9-396924671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66AC9-B7B8-ADB1-AB85-6DB2DE580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409DD-F680-49AE-9EE3-02F6B8D1D6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82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D82CF62-9E7F-3E09-278A-375F9611B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작동 순서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B7A43A-9EAC-A72F-F2B6-AF32ED04D77B}"/>
              </a:ext>
            </a:extLst>
          </p:cNvPr>
          <p:cNvSpPr/>
          <p:nvPr/>
        </p:nvSpPr>
        <p:spPr>
          <a:xfrm>
            <a:off x="8746523" y="3252738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카메라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C38921-FCD5-418F-141E-F69788B29B03}"/>
              </a:ext>
            </a:extLst>
          </p:cNvPr>
          <p:cNvSpPr/>
          <p:nvPr/>
        </p:nvSpPr>
        <p:spPr>
          <a:xfrm>
            <a:off x="2901779" y="2029771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D93D9F-B9BB-AD4B-E5A0-1C54CD0783AF}"/>
              </a:ext>
            </a:extLst>
          </p:cNvPr>
          <p:cNvSpPr/>
          <p:nvPr/>
        </p:nvSpPr>
        <p:spPr>
          <a:xfrm>
            <a:off x="5873577" y="2029771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초음파 센서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95A7526-3CC7-565C-61E4-BAA45B51BC80}"/>
              </a:ext>
            </a:extLst>
          </p:cNvPr>
          <p:cNvSpPr/>
          <p:nvPr/>
        </p:nvSpPr>
        <p:spPr>
          <a:xfrm>
            <a:off x="5848128" y="3252738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데이터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9A1D3C2-A71C-C83F-BD6D-70362DC5E753}"/>
              </a:ext>
            </a:extLst>
          </p:cNvPr>
          <p:cNvSpPr/>
          <p:nvPr/>
        </p:nvSpPr>
        <p:spPr>
          <a:xfrm>
            <a:off x="322307" y="2017789"/>
            <a:ext cx="2187146" cy="8155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저장소</a:t>
            </a:r>
          </a:p>
        </p:txBody>
      </p:sp>
      <p:sp>
        <p:nvSpPr>
          <p:cNvPr id="49" name="순서도: 판단 48">
            <a:extLst>
              <a:ext uri="{FF2B5EF4-FFF2-40B4-BE49-F238E27FC236}">
                <a16:creationId xmlns:a16="http://schemas.microsoft.com/office/drawing/2014/main" id="{BC6FFACD-F9B0-05CE-B4C4-D3989B406C18}"/>
              </a:ext>
            </a:extLst>
          </p:cNvPr>
          <p:cNvSpPr/>
          <p:nvPr/>
        </p:nvSpPr>
        <p:spPr>
          <a:xfrm>
            <a:off x="2796007" y="3099006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</a:t>
            </a:r>
            <a:endParaRPr lang="en-US" altLang="ko-KR" dirty="0"/>
          </a:p>
          <a:p>
            <a:pPr algn="ctr"/>
            <a:r>
              <a:rPr lang="ko-KR" altLang="en-US" dirty="0"/>
              <a:t>비교</a:t>
            </a:r>
          </a:p>
        </p:txBody>
      </p:sp>
      <p:sp>
        <p:nvSpPr>
          <p:cNvPr id="58" name="순서도: 판단 57">
            <a:extLst>
              <a:ext uri="{FF2B5EF4-FFF2-40B4-BE49-F238E27FC236}">
                <a16:creationId xmlns:a16="http://schemas.microsoft.com/office/drawing/2014/main" id="{063F1C8D-D8B4-C704-026F-1BD7A709FFD0}"/>
              </a:ext>
            </a:extLst>
          </p:cNvPr>
          <p:cNvSpPr/>
          <p:nvPr/>
        </p:nvSpPr>
        <p:spPr>
          <a:xfrm>
            <a:off x="8643549" y="1885481"/>
            <a:ext cx="2393093" cy="111210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외부 변화 감지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D259645-27AC-7CFB-3614-F0C38083134C}"/>
              </a:ext>
            </a:extLst>
          </p:cNvPr>
          <p:cNvCxnSpPr/>
          <p:nvPr/>
        </p:nvCxnSpPr>
        <p:spPr>
          <a:xfrm flipV="1">
            <a:off x="9840096" y="1396851"/>
            <a:ext cx="0" cy="479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42D4738-34AF-E62F-A5C7-8D37B8A98EF7}"/>
              </a:ext>
            </a:extLst>
          </p:cNvPr>
          <p:cNvCxnSpPr>
            <a:cxnSpLocks/>
          </p:cNvCxnSpPr>
          <p:nvPr/>
        </p:nvCxnSpPr>
        <p:spPr>
          <a:xfrm flipH="1" flipV="1">
            <a:off x="6967150" y="1396851"/>
            <a:ext cx="2872945" cy="11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DA2BC5E-6589-952A-022E-54AD387AEECC}"/>
              </a:ext>
            </a:extLst>
          </p:cNvPr>
          <p:cNvSpPr txBox="1"/>
          <p:nvPr/>
        </p:nvSpPr>
        <p:spPr>
          <a:xfrm>
            <a:off x="9518962" y="1528645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F84578-3755-8131-D0C9-32E2980AAF20}"/>
              </a:ext>
            </a:extLst>
          </p:cNvPr>
          <p:cNvSpPr txBox="1"/>
          <p:nvPr/>
        </p:nvSpPr>
        <p:spPr>
          <a:xfrm>
            <a:off x="4050732" y="2845317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2BF0B02-F22D-4E9C-BDDD-9780B190B57F}"/>
              </a:ext>
            </a:extLst>
          </p:cNvPr>
          <p:cNvSpPr/>
          <p:nvPr/>
        </p:nvSpPr>
        <p:spPr>
          <a:xfrm>
            <a:off x="2901779" y="4791529"/>
            <a:ext cx="2187146" cy="815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서보모터</a:t>
            </a:r>
            <a:endParaRPr lang="ko-KR" altLang="en-US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AD2413C-0925-C4D9-D471-F449CC705326}"/>
              </a:ext>
            </a:extLst>
          </p:cNvPr>
          <p:cNvSpPr/>
          <p:nvPr/>
        </p:nvSpPr>
        <p:spPr>
          <a:xfrm>
            <a:off x="415272" y="4791529"/>
            <a:ext cx="2187146" cy="815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잠금 해제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81D1733-DEAE-4E53-CD10-DFDE1B4EE2FD}"/>
              </a:ext>
            </a:extLst>
          </p:cNvPr>
          <p:cNvSpPr txBox="1"/>
          <p:nvPr/>
        </p:nvSpPr>
        <p:spPr>
          <a:xfrm>
            <a:off x="4048560" y="433587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3400E45-AAC5-8893-8727-CB71D75DA985}"/>
              </a:ext>
            </a:extLst>
          </p:cNvPr>
          <p:cNvSpPr txBox="1"/>
          <p:nvPr/>
        </p:nvSpPr>
        <p:spPr>
          <a:xfrm>
            <a:off x="9966604" y="291725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D47E59B4-C4AC-225C-A89D-98A9ECA744BF}"/>
              </a:ext>
            </a:extLst>
          </p:cNvPr>
          <p:cNvCxnSpPr>
            <a:stCxn id="47" idx="2"/>
          </p:cNvCxnSpPr>
          <p:nvPr/>
        </p:nvCxnSpPr>
        <p:spPr>
          <a:xfrm>
            <a:off x="1415880" y="2833335"/>
            <a:ext cx="0" cy="82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E2F3B10-2C9F-0010-C1EA-FE479438F87C}"/>
              </a:ext>
            </a:extLst>
          </p:cNvPr>
          <p:cNvCxnSpPr>
            <a:stCxn id="49" idx="1"/>
          </p:cNvCxnSpPr>
          <p:nvPr/>
        </p:nvCxnSpPr>
        <p:spPr>
          <a:xfrm flipH="1">
            <a:off x="1415880" y="3655060"/>
            <a:ext cx="13801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5FEFB91-D0B2-2190-730B-04A6AE334B8B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088925" y="2437544"/>
            <a:ext cx="7846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9DDA225A-2CD4-3A6B-0F1C-608EF4C4F75D}"/>
              </a:ext>
            </a:extLst>
          </p:cNvPr>
          <p:cNvCxnSpPr>
            <a:endCxn id="8" idx="0"/>
          </p:cNvCxnSpPr>
          <p:nvPr/>
        </p:nvCxnSpPr>
        <p:spPr>
          <a:xfrm>
            <a:off x="6967150" y="1396851"/>
            <a:ext cx="0" cy="632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90978977-0738-4EDA-277F-45A47DD0DF45}"/>
              </a:ext>
            </a:extLst>
          </p:cNvPr>
          <p:cNvCxnSpPr>
            <a:stCxn id="8" idx="3"/>
            <a:endCxn id="58" idx="1"/>
          </p:cNvCxnSpPr>
          <p:nvPr/>
        </p:nvCxnSpPr>
        <p:spPr>
          <a:xfrm>
            <a:off x="8060723" y="2437544"/>
            <a:ext cx="582826" cy="3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16647FA-B083-3FDF-5484-1C075BFD3919}"/>
              </a:ext>
            </a:extLst>
          </p:cNvPr>
          <p:cNvCxnSpPr>
            <a:stCxn id="58" idx="2"/>
            <a:endCxn id="6" idx="0"/>
          </p:cNvCxnSpPr>
          <p:nvPr/>
        </p:nvCxnSpPr>
        <p:spPr>
          <a:xfrm>
            <a:off x="9840096" y="2997589"/>
            <a:ext cx="0" cy="255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2B37D112-2F2E-ED35-25B2-063618F4BC8A}"/>
              </a:ext>
            </a:extLst>
          </p:cNvPr>
          <p:cNvCxnSpPr>
            <a:stCxn id="6" idx="1"/>
            <a:endCxn id="39" idx="3"/>
          </p:cNvCxnSpPr>
          <p:nvPr/>
        </p:nvCxnSpPr>
        <p:spPr>
          <a:xfrm flipH="1">
            <a:off x="8035274" y="3660511"/>
            <a:ext cx="711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E46B825E-5A47-BA7C-B5EE-2765D9AA3F77}"/>
              </a:ext>
            </a:extLst>
          </p:cNvPr>
          <p:cNvCxnSpPr>
            <a:cxnSpLocks/>
            <a:stCxn id="39" idx="1"/>
            <a:endCxn id="49" idx="3"/>
          </p:cNvCxnSpPr>
          <p:nvPr/>
        </p:nvCxnSpPr>
        <p:spPr>
          <a:xfrm flipH="1" flipV="1">
            <a:off x="5189100" y="3655060"/>
            <a:ext cx="659028" cy="5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9A1B7B97-910F-FEF6-311B-C80279241889}"/>
              </a:ext>
            </a:extLst>
          </p:cNvPr>
          <p:cNvCxnSpPr>
            <a:stCxn id="49" idx="0"/>
            <a:endCxn id="7" idx="2"/>
          </p:cNvCxnSpPr>
          <p:nvPr/>
        </p:nvCxnSpPr>
        <p:spPr>
          <a:xfrm flipV="1">
            <a:off x="3992554" y="2845317"/>
            <a:ext cx="2798" cy="253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FF746EB6-3B3F-F840-74AE-3E04864796C6}"/>
              </a:ext>
            </a:extLst>
          </p:cNvPr>
          <p:cNvCxnSpPr>
            <a:stCxn id="49" idx="2"/>
            <a:endCxn id="93" idx="0"/>
          </p:cNvCxnSpPr>
          <p:nvPr/>
        </p:nvCxnSpPr>
        <p:spPr>
          <a:xfrm>
            <a:off x="3992554" y="4211114"/>
            <a:ext cx="2798" cy="580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F922476A-9599-159A-90FE-1C08B83C99A4}"/>
              </a:ext>
            </a:extLst>
          </p:cNvPr>
          <p:cNvCxnSpPr>
            <a:stCxn id="93" idx="1"/>
            <a:endCxn id="96" idx="3"/>
          </p:cNvCxnSpPr>
          <p:nvPr/>
        </p:nvCxnSpPr>
        <p:spPr>
          <a:xfrm flipH="1">
            <a:off x="2602418" y="5199302"/>
            <a:ext cx="29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06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CC713-53C8-0D6C-8DF3-4BFBCA10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97870B-7541-EF24-87B6-863A20C6B62C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11061357" cy="4444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>
                <a:ea typeface="+mn-lt"/>
                <a:cs typeface="+mn-lt"/>
              </a:rPr>
              <a:t>초음파센서로 </a:t>
            </a:r>
            <a:r>
              <a:rPr lang="en-US" altLang="ko-KR" sz="2400" dirty="0">
                <a:ea typeface="+mn-lt"/>
                <a:cs typeface="+mn-lt"/>
              </a:rPr>
              <a:t>50cm </a:t>
            </a:r>
            <a:r>
              <a:rPr lang="ko-KR" altLang="en-US" sz="2400" dirty="0">
                <a:ea typeface="+mn-lt"/>
                <a:cs typeface="+mn-lt"/>
              </a:rPr>
              <a:t>이내 외부변화 감지</a:t>
            </a:r>
            <a:endParaRPr lang="en-US" altLang="ko-KR" sz="2400" dirty="0">
              <a:ea typeface="+mn-lt"/>
              <a:cs typeface="+mn-lt"/>
            </a:endParaRPr>
          </a:p>
          <a:p>
            <a:r>
              <a:rPr lang="ko-KR" altLang="en-US" sz="2400" dirty="0">
                <a:ea typeface="+mn-lt"/>
                <a:cs typeface="+mn-lt"/>
              </a:rPr>
              <a:t>일정거리에서 감지가 되면 카메라 작동</a:t>
            </a:r>
            <a:endParaRPr lang="en-US" altLang="ko-KR" sz="2400" dirty="0">
              <a:ea typeface="+mn-lt"/>
              <a:cs typeface="+mn-lt"/>
            </a:endParaRPr>
          </a:p>
          <a:p>
            <a:r>
              <a:rPr lang="ko-KR" altLang="en-US" sz="2400" dirty="0">
                <a:ea typeface="+mn-lt"/>
                <a:cs typeface="+mn-lt"/>
              </a:rPr>
              <a:t>카메라로 얻은 외부 이미지 데이터와 </a:t>
            </a:r>
            <a:r>
              <a:rPr lang="ko-KR" altLang="en-US" sz="2400" dirty="0" err="1">
                <a:ea typeface="+mn-lt"/>
                <a:cs typeface="+mn-lt"/>
              </a:rPr>
              <a:t>라즈베리파이에</a:t>
            </a:r>
            <a:r>
              <a:rPr lang="ko-KR" altLang="en-US" sz="2400" dirty="0">
                <a:ea typeface="+mn-lt"/>
                <a:cs typeface="+mn-lt"/>
              </a:rPr>
              <a:t> 저장된 이미지 비교</a:t>
            </a:r>
            <a:endParaRPr lang="en-US" altLang="ko-KR" sz="2400" dirty="0">
              <a:ea typeface="+mn-lt"/>
              <a:cs typeface="+mn-lt"/>
            </a:endParaRPr>
          </a:p>
          <a:p>
            <a:r>
              <a:rPr lang="ko-KR" altLang="en-US" sz="2400" dirty="0">
                <a:ea typeface="+mn-lt"/>
                <a:cs typeface="+mn-lt"/>
              </a:rPr>
              <a:t>서로 일치 하면 </a:t>
            </a:r>
            <a:r>
              <a:rPr lang="ko-KR" altLang="en-US" sz="2400" dirty="0" err="1">
                <a:ea typeface="+mn-lt"/>
                <a:cs typeface="+mn-lt"/>
              </a:rPr>
              <a:t>서보모터를</a:t>
            </a:r>
            <a:r>
              <a:rPr lang="ko-KR" altLang="en-US" sz="2400" dirty="0">
                <a:ea typeface="+mn-lt"/>
                <a:cs typeface="+mn-lt"/>
              </a:rPr>
              <a:t> 이용해 도어 오픈</a:t>
            </a:r>
            <a:endParaRPr lang="ko-KR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1479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B53E5-21A4-D629-8F21-3DAD8BEB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9374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1A45EEC15812439EC76670C72D9A2A" ma:contentTypeVersion="4" ma:contentTypeDescription="새 문서를 만듭니다." ma:contentTypeScope="" ma:versionID="9869dd1a78b794252476b8e0f02222fa">
  <xsd:schema xmlns:xsd="http://www.w3.org/2001/XMLSchema" xmlns:xs="http://www.w3.org/2001/XMLSchema" xmlns:p="http://schemas.microsoft.com/office/2006/metadata/properties" xmlns:ns3="ff4137ec-e0e6-4c03-956c-b38c81361faf" targetNamespace="http://schemas.microsoft.com/office/2006/metadata/properties" ma:root="true" ma:fieldsID="1a05176b22041ef5f1c4f175b29926a6" ns3:_="">
    <xsd:import namespace="ff4137ec-e0e6-4c03-956c-b38c81361f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137ec-e0e6-4c03-956c-b38c81361f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9EEAC7-A5E6-43F4-BD27-AFECA1D017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4137ec-e0e6-4c03-956c-b38c81361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E04290-8C7E-4C37-98E9-287CE4DE88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C7594E-3CF9-490E-82B2-F3539E35C9A0}">
  <ds:schemaRefs>
    <ds:schemaRef ds:uri="http://purl.org/dc/terms/"/>
    <ds:schemaRef ds:uri="ff4137ec-e0e6-4c03-956c-b38c81361faf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48</Words>
  <Application>Microsoft Office PowerPoint</Application>
  <PresentationFormat>와이드스크린</PresentationFormat>
  <Paragraphs>19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작동 순서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 구조</dc:title>
  <dc:creator/>
  <cp:lastModifiedBy/>
  <cp:revision>9</cp:revision>
  <dcterms:created xsi:type="dcterms:W3CDTF">2022-06-04T13:17:47Z</dcterms:created>
  <dcterms:modified xsi:type="dcterms:W3CDTF">2022-06-04T14:01:08Z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0x010100FD1A45EEC15812439EC76670C72D9A2A</vt:lpwstr>
  </property>
</Properties>
</file>